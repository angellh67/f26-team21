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Nunito"/>
      <p:regular r:id="rId10"/>
      <p:bold r:id="rId11"/>
      <p:italic r:id="rId12"/>
      <p:boldItalic r:id="rId13"/>
    </p:embeddedFont>
    <p:embeddedFont>
      <p:font typeface="Maven Pro"/>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Nunito-bold.fntdata"/><Relationship Id="rId10" Type="http://schemas.openxmlformats.org/officeDocument/2006/relationships/font" Target="fonts/Nunito-regular.fntdata"/><Relationship Id="rId13" Type="http://schemas.openxmlformats.org/officeDocument/2006/relationships/font" Target="fonts/Nunito-boldItalic.fntdata"/><Relationship Id="rId12" Type="http://schemas.openxmlformats.org/officeDocument/2006/relationships/font" Target="fonts/Nuni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avenPro-bold.fntdata"/><Relationship Id="rId14" Type="http://schemas.openxmlformats.org/officeDocument/2006/relationships/font" Target="fonts/MavenPr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740ea8182cb04c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h740ea8182cb04c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740ea8182cb04c7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h740ea8182cb04c7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740ea8182cb04c72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h740ea8182cb04c72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StudyMatch</a:t>
            </a:r>
            <a:endParaRPr/>
          </a:p>
        </p:txBody>
      </p:sp>
      <p:sp>
        <p:nvSpPr>
          <p:cNvPr id="278" name="Google Shape;278;p13"/>
          <p:cNvSpPr txBox="1"/>
          <p:nvPr>
            <p:ph idx="1" type="subTitle"/>
          </p:nvPr>
        </p:nvSpPr>
        <p:spPr>
          <a:xfrm>
            <a:off x="824000" y="3596300"/>
            <a:ext cx="44931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21 - Angel Lopez, Ahnesti Lott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Description</a:t>
            </a:r>
            <a:endParaRPr/>
          </a:p>
        </p:txBody>
      </p:sp>
      <p:sp>
        <p:nvSpPr>
          <p:cNvPr id="284" name="Google Shape;284;p14"/>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900"/>
              <a:t>StudyMatch is a web application where students can connect with their classmates and create study groups. Students often don’t know their peers in the classroom and it’s hard for some people to work up the courage to ask. StudyMatch makes it easier for students to find compatible study partners based on shared courses, schedules, and study preferences.</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Student Functions</a:t>
            </a:r>
            <a:endParaRPr/>
          </a:p>
        </p:txBody>
      </p:sp>
      <p:sp>
        <p:nvSpPr>
          <p:cNvPr id="290" name="Google Shape;290;p1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-create/edit student profile</a:t>
            </a:r>
            <a:endParaRPr/>
          </a:p>
          <a:p>
            <a:pPr indent="0" lvl="0" marL="0" rtl="0" algn="l">
              <a:spcBef>
                <a:spcPts val="1200"/>
              </a:spcBef>
              <a:spcAft>
                <a:spcPts val="0"/>
              </a:spcAft>
              <a:buNone/>
            </a:pPr>
            <a:r>
              <a:rPr lang="en"/>
              <a:t>-add/remove courses</a:t>
            </a:r>
            <a:endParaRPr/>
          </a:p>
          <a:p>
            <a:pPr indent="0" lvl="0" marL="0" rtl="0" algn="l">
              <a:spcBef>
                <a:spcPts val="1200"/>
              </a:spcBef>
              <a:spcAft>
                <a:spcPts val="0"/>
              </a:spcAft>
              <a:buNone/>
            </a:pPr>
            <a:r>
              <a:rPr lang="en"/>
              <a:t>-browse students enrolled in course</a:t>
            </a:r>
            <a:endParaRPr/>
          </a:p>
          <a:p>
            <a:pPr indent="0" lvl="0" marL="0" rtl="0" algn="l">
              <a:spcBef>
                <a:spcPts val="1200"/>
              </a:spcBef>
              <a:spcAft>
                <a:spcPts val="0"/>
              </a:spcAft>
              <a:buNone/>
            </a:pPr>
            <a:r>
              <a:rPr lang="en"/>
              <a:t>-create study groups</a:t>
            </a:r>
            <a:endParaRPr/>
          </a:p>
          <a:p>
            <a:pPr indent="0" lvl="0" marL="0" rtl="0" algn="l">
              <a:spcBef>
                <a:spcPts val="1200"/>
              </a:spcBef>
              <a:spcAft>
                <a:spcPts val="0"/>
              </a:spcAft>
              <a:buNone/>
            </a:pPr>
            <a:r>
              <a:rPr lang="en"/>
              <a:t>-request to join groups</a:t>
            </a:r>
            <a:endParaRPr/>
          </a:p>
          <a:p>
            <a:pPr indent="0" lvl="0" marL="0" rtl="0" algn="l">
              <a:spcBef>
                <a:spcPts val="1200"/>
              </a:spcBef>
              <a:spcAft>
                <a:spcPts val="0"/>
              </a:spcAft>
              <a:buNone/>
            </a:pPr>
            <a:r>
              <a:rPr lang="en"/>
              <a:t>-set study availability</a:t>
            </a:r>
            <a:endParaRPr/>
          </a:p>
          <a:p>
            <a:pPr indent="0" lvl="0" marL="0" rtl="0" algn="l">
              <a:spcBef>
                <a:spcPts val="1200"/>
              </a:spcBef>
              <a:spcAft>
                <a:spcPts val="1200"/>
              </a:spcAft>
              <a:buNone/>
            </a:pPr>
            <a:r>
              <a:rPr lang="en"/>
              <a:t>-post/rsvp study sessions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System Admin Functions</a:t>
            </a:r>
            <a:endParaRPr/>
          </a:p>
        </p:txBody>
      </p:sp>
      <p:sp>
        <p:nvSpPr>
          <p:cNvPr id="296" name="Google Shape;296;p1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-manage user accounts</a:t>
            </a:r>
            <a:endParaRPr/>
          </a:p>
          <a:p>
            <a:pPr indent="0" lvl="0" marL="0" rtl="0" algn="l">
              <a:spcBef>
                <a:spcPts val="1200"/>
              </a:spcBef>
              <a:spcAft>
                <a:spcPts val="0"/>
              </a:spcAft>
              <a:buNone/>
            </a:pPr>
            <a:r>
              <a:rPr lang="en"/>
              <a:t>-manage course listings</a:t>
            </a:r>
            <a:endParaRPr/>
          </a:p>
          <a:p>
            <a:pPr indent="0" lvl="0" marL="0" rtl="0" algn="l">
              <a:spcBef>
                <a:spcPts val="1200"/>
              </a:spcBef>
              <a:spcAft>
                <a:spcPts val="0"/>
              </a:spcAft>
              <a:buNone/>
            </a:pPr>
            <a:r>
              <a:rPr lang="en"/>
              <a:t>-view platform activity</a:t>
            </a:r>
            <a:endParaRPr/>
          </a:p>
          <a:p>
            <a:pPr indent="0" lvl="0" marL="0" rtl="0" algn="l">
              <a:spcBef>
                <a:spcPts val="1200"/>
              </a:spcBef>
              <a:spcAft>
                <a:spcPts val="0"/>
              </a:spcAft>
              <a:buNone/>
            </a:pPr>
            <a:r>
              <a:rPr lang="en"/>
              <a:t>-remove </a:t>
            </a:r>
            <a:r>
              <a:rPr lang="en"/>
              <a:t>inappropriate</a:t>
            </a:r>
            <a:r>
              <a:rPr lang="en"/>
              <a:t> study groups/content</a:t>
            </a:r>
            <a:endParaRPr/>
          </a:p>
          <a:p>
            <a:pPr indent="0" lvl="0" marL="0" rtl="0" algn="l">
              <a:spcBef>
                <a:spcPts val="1200"/>
              </a:spcBef>
              <a:spcAft>
                <a:spcPts val="1200"/>
              </a:spcAft>
              <a:buNone/>
            </a:pPr>
            <a:r>
              <a:rPr lang="en"/>
              <a:t>-review reported users/groups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